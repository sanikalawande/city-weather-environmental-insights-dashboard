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7" r:id="rId10"/>
    <p:sldId id="268" r:id="rId11"/>
    <p:sldId id="264" r:id="rId12"/>
    <p:sldId id="265" r:id="rId13"/>
    <p:sldId id="269" r:id="rId14"/>
    <p:sldId id="270" r:id="rId15"/>
    <p:sldId id="271" r:id="rId16"/>
    <p:sldId id="272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8/14/2025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242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820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65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153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520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38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66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214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72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621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638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5355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6944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894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030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448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910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071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668412"/>
            <a:ext cx="8825658" cy="267764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Weather &amp; Environmental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~ By : SANIKA SUNIL LAWANDE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289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900" y="838200"/>
            <a:ext cx="8761413" cy="706964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900" y="2629379"/>
            <a:ext cx="9860977" cy="3416300"/>
          </a:xfrm>
        </p:spPr>
        <p:txBody>
          <a:bodyPr/>
          <a:lstStyle/>
          <a:p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weather, air quality, and environment conditions across major Indian cities.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trends, patterns, and anomalies in temperature, humidity, and AQI.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environment planning and public health awareness.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 environmental conditions across multiple cities.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weather conditions impact visibility and UV index.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recommendations for climate adaptation and pollution control.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 correlation between temperature, humidity, and AQI.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710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901" y="838200"/>
            <a:ext cx="8761413" cy="706964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902" y="2603202"/>
            <a:ext cx="8761412" cy="3416300"/>
          </a:xfrm>
        </p:spPr>
        <p:txBody>
          <a:bodyPr/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city recorded the highest and lowest temperatures ?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city had the best and worst air quality ?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humidity in each city ?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weather condition vary by city ?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there a seasonal pattern in temperature and AQI levels ?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cities face extreme weather conditions frequently 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086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E3CC16-2F9E-36B6-A97A-BA2A90C23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2287088"/>
            <a:ext cx="4351025" cy="2283824"/>
          </a:xfrm>
        </p:spPr>
        <p:txBody>
          <a:bodyPr/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:</a:t>
            </a:r>
          </a:p>
        </p:txBody>
      </p:sp>
    </p:spTree>
    <p:extLst>
      <p:ext uri="{BB962C8B-B14F-4D97-AF65-F5344CB8AC3E}">
        <p14:creationId xmlns:p14="http://schemas.microsoft.com/office/powerpoint/2010/main" val="416903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5F8D530-A71F-FCE8-076E-DC6876889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84" y="644947"/>
            <a:ext cx="10815431" cy="57505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432166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E8D731-5745-818F-B891-DDE9A41F4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441" y="2287088"/>
            <a:ext cx="4351025" cy="2283824"/>
          </a:xfrm>
        </p:spPr>
        <p:txBody>
          <a:bodyPr/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:</a:t>
            </a:r>
          </a:p>
        </p:txBody>
      </p:sp>
    </p:spTree>
    <p:extLst>
      <p:ext uri="{BB962C8B-B14F-4D97-AF65-F5344CB8AC3E}">
        <p14:creationId xmlns:p14="http://schemas.microsoft.com/office/powerpoint/2010/main" val="3037008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3A086E4-24CB-DC4A-2FF7-AE39BED49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11" y="589797"/>
            <a:ext cx="11408810" cy="567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147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823C58C-7197-B465-ADA0-22146C146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53" y="654240"/>
            <a:ext cx="11173746" cy="554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20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0BE7F70-909B-9273-C571-3AF30CE93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04" y="648766"/>
            <a:ext cx="11358392" cy="556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09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D76272B-43AC-237E-89D0-11EE33D81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77" y="1282148"/>
            <a:ext cx="11027058" cy="438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385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583114-C582-E5F8-D73E-BC47F03FC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456" y="704742"/>
            <a:ext cx="9293087" cy="544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28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6E04E54-4FD3-618C-DDBC-EFD25E25B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08" y="865210"/>
            <a:ext cx="10654383" cy="526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00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D7192E-15B9-1E60-E42D-8E7D5EE7F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18" y="824581"/>
            <a:ext cx="8761413" cy="70696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 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EC0A9385-EFCB-BEE3-4A7B-7DEF21AB9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6164" y="2151757"/>
            <a:ext cx="5699671" cy="4172160"/>
          </a:xfrm>
        </p:spPr>
      </p:pic>
    </p:spTree>
    <p:extLst>
      <p:ext uri="{BB962C8B-B14F-4D97-AF65-F5344CB8AC3E}">
        <p14:creationId xmlns:p14="http://schemas.microsoft.com/office/powerpoint/2010/main" val="3542440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14A40D-ADB4-BAA7-770B-4FC45D5C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693" y="725189"/>
            <a:ext cx="8761413" cy="70696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DASHBOARD 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19EBAA1-E8B0-1B1E-F5EA-5A82712029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300" y="1581240"/>
            <a:ext cx="11201400" cy="5129144"/>
          </a:xfrm>
        </p:spPr>
      </p:pic>
    </p:spTree>
    <p:extLst>
      <p:ext uri="{BB962C8B-B14F-4D97-AF65-F5344CB8AC3E}">
        <p14:creationId xmlns:p14="http://schemas.microsoft.com/office/powerpoint/2010/main" val="2097752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FADF806-B90E-4AFA-B146-0EB124FB7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078" y="2210506"/>
            <a:ext cx="4351023" cy="2283824"/>
          </a:xfrm>
        </p:spPr>
        <p:txBody>
          <a:bodyPr/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:</a:t>
            </a:r>
          </a:p>
        </p:txBody>
      </p:sp>
    </p:spTree>
    <p:extLst>
      <p:ext uri="{BB962C8B-B14F-4D97-AF65-F5344CB8AC3E}">
        <p14:creationId xmlns:p14="http://schemas.microsoft.com/office/powerpoint/2010/main" val="2367712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1049882" y="1620682"/>
            <a:ext cx="9833975" cy="461681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Highest temperature recorded : Bengaluru - 45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°C</a:t>
            </a:r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Lowest temperature recorded : Bengaluru – 15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°C</a:t>
            </a:r>
          </a:p>
          <a:p>
            <a:pPr lvl="0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Worst AQI : Ahmedabad, Chennai, Kolkata (300)</a:t>
            </a:r>
          </a:p>
          <a:p>
            <a:pPr lvl="0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AQI : Multiple cities recorded lows around 50.</a:t>
            </a:r>
          </a:p>
          <a:p>
            <a:pPr lvl="0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humidity : Hyderabad (~75.6%), Delhi (75%).</a:t>
            </a:r>
          </a:p>
          <a:p>
            <a:pPr lvl="0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Summer months show sharp AQI spikes in Delhi &amp; Ahmedabad.</a:t>
            </a:r>
          </a:p>
          <a:p>
            <a:pPr lvl="0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Foggy conditions lead to low visibility in winter months.</a:t>
            </a:r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036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6CB939-3CC5-B9A3-41AA-5FE3FD4AF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535" y="838200"/>
            <a:ext cx="8761413" cy="70696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FC77597-BAD5-5417-2CD3-9A932283A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535" y="2713858"/>
            <a:ext cx="9382582" cy="3416300"/>
          </a:xfrm>
        </p:spPr>
        <p:txBody>
          <a:bodyPr>
            <a:normAutofit/>
          </a:bodyPr>
          <a:lstStyle/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Cities with extreme AQI need targeted pollution control.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weather patterns affect both temperature and air quality.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humidity cities may face increased discomfort and health issues.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 should integrate real – time AQI monitoring with public health advisories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496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26E49F1-FD57-BADF-47C5-6468D325B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170" y="1606486"/>
            <a:ext cx="8825660" cy="1822514"/>
          </a:xfrm>
        </p:spPr>
        <p:txBody>
          <a:bodyPr/>
          <a:lstStyle/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 !!</a:t>
            </a:r>
          </a:p>
        </p:txBody>
      </p:sp>
    </p:spTree>
    <p:extLst>
      <p:ext uri="{BB962C8B-B14F-4D97-AF65-F5344CB8AC3E}">
        <p14:creationId xmlns:p14="http://schemas.microsoft.com/office/powerpoint/2010/main" val="33193678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367</TotalTime>
  <Words>270</Words>
  <Application>Microsoft Office PowerPoint</Application>
  <PresentationFormat>Widescreen</PresentationFormat>
  <Paragraphs>35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Century Gothic</vt:lpstr>
      <vt:lpstr>Times New Roman</vt:lpstr>
      <vt:lpstr>Wingdings 3</vt:lpstr>
      <vt:lpstr>Ion Boardroom</vt:lpstr>
      <vt:lpstr>City Weather &amp; Environmental Insights</vt:lpstr>
      <vt:lpstr>OBJECTIVES :</vt:lpstr>
      <vt:lpstr>QUESTIONS :</vt:lpstr>
      <vt:lpstr>DATASET :</vt:lpstr>
      <vt:lpstr>PowerPoint Presentation</vt:lpstr>
      <vt:lpstr>CHARTS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SLICERS :</vt:lpstr>
      <vt:lpstr>FINAL DASHBOARD :</vt:lpstr>
      <vt:lpstr>INSIGHTS :</vt:lpstr>
      <vt:lpstr>PowerPoint Presentation</vt:lpstr>
      <vt:lpstr>CONCLUSION :</vt:lpstr>
      <vt:lpstr>THANKYOU !!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Weather &amp; Environmental Insights</dc:title>
  <dc:creator>Microsoft account</dc:creator>
  <cp:lastModifiedBy>Microsoft account</cp:lastModifiedBy>
  <cp:revision>9</cp:revision>
  <dcterms:created xsi:type="dcterms:W3CDTF">2025-08-13T09:37:55Z</dcterms:created>
  <dcterms:modified xsi:type="dcterms:W3CDTF">2025-08-14T18:09:14Z</dcterms:modified>
</cp:coreProperties>
</file>